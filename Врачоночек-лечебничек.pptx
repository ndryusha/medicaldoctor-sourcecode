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CC6425-207B-4A4F-B98B-6761B47F97C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E9B476-6AF5-4F69-AAC8-4B7D0D6658C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31680" y="16560"/>
            <a:ext cx="10078920" cy="566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"/>
          <p:cNvPicPr/>
          <p:nvPr/>
        </p:nvPicPr>
        <p:blipFill>
          <a:blip r:embed="rId2"/>
          <a:stretch/>
        </p:blipFill>
        <p:spPr>
          <a:xfrm>
            <a:off x="4451400" y="115416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"/>
          <p:cNvPicPr/>
          <p:nvPr/>
        </p:nvPicPr>
        <p:blipFill>
          <a:blip r:embed="rId3"/>
          <a:stretch/>
        </p:blipFill>
        <p:spPr>
          <a:xfrm>
            <a:off x="2160000" y="-360000"/>
            <a:ext cx="5399640" cy="30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3420000" y="180000"/>
            <a:ext cx="2159640" cy="21596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" name=""/>
          <p:cNvSpPr/>
          <p:nvPr/>
        </p:nvSpPr>
        <p:spPr>
          <a:xfrm>
            <a:off x="5580000" y="1260000"/>
            <a:ext cx="18000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"/>
          <p:cNvPicPr/>
          <p:nvPr/>
        </p:nvPicPr>
        <p:blipFill>
          <a:blip r:embed="rId2"/>
          <a:stretch/>
        </p:blipFill>
        <p:spPr>
          <a:xfrm>
            <a:off x="4451400" y="115416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"/>
          <p:cNvPicPr/>
          <p:nvPr/>
        </p:nvPicPr>
        <p:blipFill>
          <a:blip r:embed="rId3"/>
          <a:stretch/>
        </p:blipFill>
        <p:spPr>
          <a:xfrm>
            <a:off x="1440000" y="2700000"/>
            <a:ext cx="4348440" cy="24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"/>
          <p:cNvPicPr/>
          <p:nvPr/>
        </p:nvPicPr>
        <p:blipFill>
          <a:blip r:embed="rId2"/>
          <a:stretch/>
        </p:blipFill>
        <p:spPr>
          <a:xfrm>
            <a:off x="4451400" y="115416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"/>
          <p:cNvPicPr/>
          <p:nvPr/>
        </p:nvPicPr>
        <p:blipFill>
          <a:blip r:embed="rId3"/>
          <a:stretch/>
        </p:blipFill>
        <p:spPr>
          <a:xfrm>
            <a:off x="2340000" y="2700000"/>
            <a:ext cx="4348440" cy="24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"/>
          <p:cNvPicPr/>
          <p:nvPr/>
        </p:nvPicPr>
        <p:blipFill>
          <a:blip r:embed="rId2"/>
          <a:stretch/>
        </p:blipFill>
        <p:spPr>
          <a:xfrm>
            <a:off x="4451400" y="115416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"/>
          <p:cNvPicPr/>
          <p:nvPr/>
        </p:nvPicPr>
        <p:blipFill>
          <a:blip r:embed="rId3"/>
          <a:stretch/>
        </p:blipFill>
        <p:spPr>
          <a:xfrm>
            <a:off x="2851560" y="2700000"/>
            <a:ext cx="4348440" cy="24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/>
          <p:cNvPicPr/>
          <p:nvPr/>
        </p:nvPicPr>
        <p:blipFill>
          <a:blip r:embed="rId2"/>
          <a:stretch/>
        </p:blipFill>
        <p:spPr>
          <a:xfrm>
            <a:off x="4451400" y="115416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/>
          <p:cNvPicPr/>
          <p:nvPr/>
        </p:nvPicPr>
        <p:blipFill>
          <a:blip r:embed="rId3"/>
          <a:stretch/>
        </p:blipFill>
        <p:spPr>
          <a:xfrm>
            <a:off x="3391560" y="2774160"/>
            <a:ext cx="4348440" cy="24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/>
          <p:cNvPicPr/>
          <p:nvPr/>
        </p:nvPicPr>
        <p:blipFill>
          <a:blip r:embed="rId2"/>
          <a:stretch/>
        </p:blipFill>
        <p:spPr>
          <a:xfrm>
            <a:off x="4500000" y="900000"/>
            <a:ext cx="6330600" cy="356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/>
          <p:cNvPicPr/>
          <p:nvPr/>
        </p:nvPicPr>
        <p:blipFill>
          <a:blip r:embed="rId3"/>
          <a:stretch/>
        </p:blipFill>
        <p:spPr>
          <a:xfrm>
            <a:off x="2160000" y="-359640"/>
            <a:ext cx="5399640" cy="30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/>
          <p:nvPr/>
        </p:nvSpPr>
        <p:spPr>
          <a:xfrm>
            <a:off x="3420000" y="180000"/>
            <a:ext cx="2159640" cy="21596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 flipV="1">
            <a:off x="5580000" y="900000"/>
            <a:ext cx="1800000" cy="18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"/>
          <p:cNvPicPr/>
          <p:nvPr/>
        </p:nvPicPr>
        <p:blipFill>
          <a:blip r:embed="rId2"/>
          <a:stretch/>
        </p:blipFill>
        <p:spPr>
          <a:xfrm>
            <a:off x="4500000" y="900000"/>
            <a:ext cx="6330600" cy="356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"/>
          <p:cNvPicPr/>
          <p:nvPr/>
        </p:nvPicPr>
        <p:blipFill>
          <a:blip r:embed="rId3"/>
          <a:stretch/>
        </p:blipFill>
        <p:spPr>
          <a:xfrm>
            <a:off x="1631520" y="2414160"/>
            <a:ext cx="4668480" cy="26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"/>
          <p:cNvPicPr/>
          <p:nvPr/>
        </p:nvPicPr>
        <p:blipFill>
          <a:blip r:embed="rId2"/>
          <a:stretch/>
        </p:blipFill>
        <p:spPr>
          <a:xfrm>
            <a:off x="4500000" y="900000"/>
            <a:ext cx="6330600" cy="356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/>
          <p:cNvPicPr/>
          <p:nvPr/>
        </p:nvPicPr>
        <p:blipFill>
          <a:blip r:embed="rId3"/>
          <a:stretch/>
        </p:blipFill>
        <p:spPr>
          <a:xfrm>
            <a:off x="2160000" y="2414160"/>
            <a:ext cx="4668480" cy="26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"/>
          <p:cNvPicPr/>
          <p:nvPr/>
        </p:nvPicPr>
        <p:blipFill>
          <a:blip r:embed="rId2"/>
          <a:stretch/>
        </p:blipFill>
        <p:spPr>
          <a:xfrm>
            <a:off x="4500000" y="900000"/>
            <a:ext cx="6330600" cy="356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/>
          <p:cNvPicPr/>
          <p:nvPr/>
        </p:nvPicPr>
        <p:blipFill>
          <a:blip r:embed="rId3"/>
          <a:stretch/>
        </p:blipFill>
        <p:spPr>
          <a:xfrm>
            <a:off x="3071520" y="2414160"/>
            <a:ext cx="4668480" cy="26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/>
          <p:cNvPicPr/>
          <p:nvPr/>
        </p:nvPicPr>
        <p:blipFill>
          <a:blip r:embed="rId2"/>
          <a:stretch/>
        </p:blipFill>
        <p:spPr>
          <a:xfrm>
            <a:off x="4500000" y="900000"/>
            <a:ext cx="6330600" cy="356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/>
          <p:cNvPicPr/>
          <p:nvPr/>
        </p:nvPicPr>
        <p:blipFill>
          <a:blip r:embed="rId3"/>
          <a:stretch/>
        </p:blipFill>
        <p:spPr>
          <a:xfrm>
            <a:off x="3420000" y="1980000"/>
            <a:ext cx="4668480" cy="26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"/>
          <p:cNvPicPr/>
          <p:nvPr/>
        </p:nvPicPr>
        <p:blipFill>
          <a:blip r:embed="rId2"/>
          <a:stretch/>
        </p:blipFill>
        <p:spPr>
          <a:xfrm>
            <a:off x="4320000" y="1202760"/>
            <a:ext cx="5970600" cy="335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"/>
          <p:cNvPicPr/>
          <p:nvPr/>
        </p:nvPicPr>
        <p:blipFill>
          <a:blip r:embed="rId3"/>
          <a:stretch/>
        </p:blipFill>
        <p:spPr>
          <a:xfrm>
            <a:off x="2160000" y="-359640"/>
            <a:ext cx="5399640" cy="30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420000" y="180000"/>
            <a:ext cx="2159640" cy="21596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 flipV="1">
            <a:off x="5580000" y="1260000"/>
            <a:ext cx="2520000" cy="18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"/>
          <p:cNvPicPr/>
          <p:nvPr/>
        </p:nvPicPr>
        <p:blipFill>
          <a:blip r:embed="rId2"/>
          <a:stretch/>
        </p:blipFill>
        <p:spPr>
          <a:xfrm>
            <a:off x="4320000" y="1202760"/>
            <a:ext cx="5970600" cy="335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"/>
          <p:cNvPicPr/>
          <p:nvPr/>
        </p:nvPicPr>
        <p:blipFill>
          <a:blip r:embed="rId3"/>
          <a:stretch/>
        </p:blipFill>
        <p:spPr>
          <a:xfrm>
            <a:off x="1859760" y="2463840"/>
            <a:ext cx="4260240" cy="239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"/>
          <p:cNvPicPr/>
          <p:nvPr/>
        </p:nvPicPr>
        <p:blipFill>
          <a:blip r:embed="rId2"/>
          <a:stretch/>
        </p:blipFill>
        <p:spPr>
          <a:xfrm>
            <a:off x="4320000" y="1202760"/>
            <a:ext cx="5970600" cy="335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"/>
          <p:cNvPicPr/>
          <p:nvPr/>
        </p:nvPicPr>
        <p:blipFill>
          <a:blip r:embed="rId3"/>
          <a:stretch/>
        </p:blipFill>
        <p:spPr>
          <a:xfrm>
            <a:off x="2520000" y="2520000"/>
            <a:ext cx="4260240" cy="239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"/>
          <p:cNvPicPr/>
          <p:nvPr/>
        </p:nvPicPr>
        <p:blipFill>
          <a:blip r:embed="rId2"/>
          <a:stretch/>
        </p:blipFill>
        <p:spPr>
          <a:xfrm>
            <a:off x="4320000" y="1202760"/>
            <a:ext cx="5970600" cy="335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/>
          <p:cNvPicPr/>
          <p:nvPr/>
        </p:nvPicPr>
        <p:blipFill>
          <a:blip r:embed="rId3"/>
          <a:stretch/>
        </p:blipFill>
        <p:spPr>
          <a:xfrm>
            <a:off x="3119760" y="2463840"/>
            <a:ext cx="4260240" cy="239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"/>
          <p:cNvPicPr/>
          <p:nvPr/>
        </p:nvPicPr>
        <p:blipFill>
          <a:blip r:embed="rId2"/>
          <a:stretch/>
        </p:blipFill>
        <p:spPr>
          <a:xfrm>
            <a:off x="5400000" y="144000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8280000" y="3960000"/>
            <a:ext cx="179280" cy="539280"/>
          </a:xfrm>
          <a:prstGeom prst="rect">
            <a:avLst/>
          </a:prstGeom>
          <a:solidFill>
            <a:srgbClr val="fff5c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4" name=""/>
          <p:cNvPicPr/>
          <p:nvPr/>
        </p:nvPicPr>
        <p:blipFill>
          <a:blip r:embed="rId3"/>
          <a:stretch/>
        </p:blipFill>
        <p:spPr>
          <a:xfrm>
            <a:off x="2160000" y="-359640"/>
            <a:ext cx="5399640" cy="30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3420000" y="180000"/>
            <a:ext cx="2159640" cy="2159640"/>
          </a:xfrm>
          <a:prstGeom prst="ellipse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4860000" y="2160000"/>
            <a:ext cx="1080000" cy="1080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"/>
          <p:cNvPicPr/>
          <p:nvPr/>
        </p:nvPicPr>
        <p:blipFill>
          <a:blip r:embed="rId2"/>
          <a:stretch/>
        </p:blipFill>
        <p:spPr>
          <a:xfrm>
            <a:off x="5400000" y="144000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/>
          <p:nvPr/>
        </p:nvSpPr>
        <p:spPr>
          <a:xfrm>
            <a:off x="8280000" y="3960000"/>
            <a:ext cx="179280" cy="539280"/>
          </a:xfrm>
          <a:prstGeom prst="rect">
            <a:avLst/>
          </a:prstGeom>
          <a:solidFill>
            <a:srgbClr val="fff5c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0" name=""/>
          <p:cNvPicPr/>
          <p:nvPr/>
        </p:nvPicPr>
        <p:blipFill>
          <a:blip r:embed="rId3"/>
          <a:stretch/>
        </p:blipFill>
        <p:spPr>
          <a:xfrm>
            <a:off x="1980000" y="2954160"/>
            <a:ext cx="3068640" cy="17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5400000" y="144000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8280000" y="3960000"/>
            <a:ext cx="179280" cy="539280"/>
          </a:xfrm>
          <a:prstGeom prst="rect">
            <a:avLst/>
          </a:prstGeom>
          <a:solidFill>
            <a:srgbClr val="fff5c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4" name=""/>
          <p:cNvPicPr/>
          <p:nvPr/>
        </p:nvPicPr>
        <p:blipFill>
          <a:blip r:embed="rId3"/>
          <a:stretch/>
        </p:blipFill>
        <p:spPr>
          <a:xfrm>
            <a:off x="2511360" y="2954160"/>
            <a:ext cx="3068640" cy="17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"/>
          <p:cNvPicPr/>
          <p:nvPr/>
        </p:nvPicPr>
        <p:blipFill>
          <a:blip r:embed="rId2"/>
          <a:stretch/>
        </p:blipFill>
        <p:spPr>
          <a:xfrm>
            <a:off x="5400000" y="144000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8280000" y="3960000"/>
            <a:ext cx="179280" cy="539280"/>
          </a:xfrm>
          <a:prstGeom prst="rect">
            <a:avLst/>
          </a:prstGeom>
          <a:solidFill>
            <a:srgbClr val="fff5c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8" name=""/>
          <p:cNvPicPr/>
          <p:nvPr/>
        </p:nvPicPr>
        <p:blipFill>
          <a:blip r:embed="rId3"/>
          <a:stretch/>
        </p:blipFill>
        <p:spPr>
          <a:xfrm>
            <a:off x="3600000" y="2954160"/>
            <a:ext cx="3068640" cy="17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2"/>
          <a:stretch/>
        </p:blipFill>
        <p:spPr>
          <a:xfrm>
            <a:off x="5400000" y="144000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8280000" y="3960000"/>
            <a:ext cx="179280" cy="539280"/>
          </a:xfrm>
          <a:prstGeom prst="rect">
            <a:avLst/>
          </a:prstGeom>
          <a:solidFill>
            <a:srgbClr val="fff5c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2" name=""/>
          <p:cNvPicPr/>
          <p:nvPr/>
        </p:nvPicPr>
        <p:blipFill>
          <a:blip r:embed="rId3"/>
          <a:stretch/>
        </p:blipFill>
        <p:spPr>
          <a:xfrm>
            <a:off x="4680000" y="2954160"/>
            <a:ext cx="3068640" cy="17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-3240000" y="720000"/>
            <a:ext cx="10078920" cy="566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"/>
          <p:cNvPicPr/>
          <p:nvPr/>
        </p:nvPicPr>
        <p:blipFill>
          <a:blip r:embed="rId2"/>
          <a:stretch/>
        </p:blipFill>
        <p:spPr>
          <a:xfrm>
            <a:off x="5400000" y="1440000"/>
            <a:ext cx="5627880" cy="316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8280000" y="3960000"/>
            <a:ext cx="179280" cy="539280"/>
          </a:xfrm>
          <a:prstGeom prst="rect">
            <a:avLst/>
          </a:prstGeom>
          <a:solidFill>
            <a:srgbClr val="fff5c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6" name=""/>
          <p:cNvPicPr/>
          <p:nvPr/>
        </p:nvPicPr>
        <p:blipFill>
          <a:blip r:embed="rId3"/>
          <a:stretch/>
        </p:blipFill>
        <p:spPr>
          <a:xfrm>
            <a:off x="6120000" y="2414160"/>
            <a:ext cx="3068640" cy="172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2026-01-02T19:11:03Z</dcterms:created>
  <dc:creator/>
  <dc:description/>
  <dc:language>ru-RU</dc:language>
  <cp:lastModifiedBy/>
  <dcterms:modified xsi:type="dcterms:W3CDTF">2026-01-04T08:58:41Z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